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0000"/>
                </a:solidFill>
                <a:latin typeface="Arial"/>
              </a:defRPr>
            </a:pPr>
            <a:r>
              <a:t>玄女底座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Arial"/>
              </a:defRPr>
            </a:pPr>
            <a:r>
              <a:t>自研地球嵌入基座 + 可视化展示平台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模型训练 · 下游推理 · 交互标注 · AI 智能体 — 全栈产品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模型原理：输入 → STP 编码器 → VMF 瓶颈 → 64 维输出</a:t>
            </a:r>
          </a:p>
        </p:txBody>
      </p:sp>
      <p:pic>
        <p:nvPicPr>
          <p:cNvPr id="3" name="Picture 2" descr="05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7" y="914400"/>
            <a:ext cx="1092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训练时 Skip L2 防坍缩，推理时 L2 + VMF，时序对比是核心差异。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核心亮点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01  反坍缩训练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Uniformity 为负，嵌入均匀散开。第一次训练崩到 -0.1，调了十几轮才稳住。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02  时序敏感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不重叠双窗口训练，月度级变化可检测。AEF 用年度数据，我们在月度 granularity。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03  纯自研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代码、结构、训练流程全部自己写的。知识产权干净，升级不受制于人。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变化检测：BA 79.8%（含 CD Head）/ 50%（Raw）</a:t>
            </a:r>
          </a:p>
        </p:txBody>
      </p:sp>
      <p:pic>
        <p:nvPicPr>
          <p:cNvPr id="3" name="Picture 2" descr="01_cd_comparison_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980" y="914400"/>
            <a:ext cx="667173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加 CD Head 超 AEF 是事实；不加时 50% 也是事实，V6 在补。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展示平台总览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Arial"/>
              </a:defRPr>
            </a:pPr>
            <a:r>
              <a:t>不是 PPT，是真能点、能切、能出报告的网页。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三维地球可视化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Three.js 全球训练样本分布，缩放到 patch 级别看详情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下游监测能力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834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5 大 Task Head 动态切换，Mosaic 大图拼接，Patch 详情弹窗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AI 智能体报告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自然语言输入，DeepSeek-V4 解析 → 执行 → 润色出报告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技术栈：React 19 · TypeScript · Three.js · MapLibre · FastAPI ·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五大下游任务：全部已上线</a:t>
            </a:r>
          </a:p>
        </p:txBody>
      </p:sp>
      <p:pic>
        <p:nvPicPr>
          <p:cNvPr id="3" name="Picture 2" descr="08_downstrea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514" y="914400"/>
            <a:ext cx="922866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4 / 5 任务纯 CPU 推理，单 patch ~10 ms。CD Head 自动选择空闲 GPU。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交互式标注训练：零代码自定义训练</a:t>
            </a:r>
          </a:p>
        </p:txBody>
      </p:sp>
      <p:pic>
        <p:nvPicPr>
          <p:cNvPr id="3" name="Picture 2" descr="09_annota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14400"/>
            <a:ext cx="10972800" cy="3742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业务人员自己就能训专用分类模型；传统方式至少两周，现在 5 分钟。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AI 智能体报告：DeepSeek-V4 驱动</a:t>
            </a:r>
          </a:p>
        </p:txBody>
      </p:sp>
      <p:pic>
        <p:nvPicPr>
          <p:cNvPr id="3" name="Picture 2" descr="10_agen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63" y="914400"/>
            <a:ext cx="1014276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已经接通，不是规划。输一句话就能出带表格和分析的报告。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轻量化：23 TB → 3 GB → 16 MB</a:t>
            </a:r>
          </a:p>
        </p:txBody>
      </p:sp>
      <p:pic>
        <p:nvPicPr>
          <p:cNvPr id="3" name="Picture 2" descr="06_compress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78" y="914400"/>
            <a:ext cx="635793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16 MB 比表情包还小；平台上所有推理底层都是这 64 字节。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效率提升 vs 传统遥感分析</a:t>
            </a:r>
          </a:p>
        </p:txBody>
      </p:sp>
      <p:pic>
        <p:nvPicPr>
          <p:cNvPr id="3" name="Picture 2" descr="04_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146" y="914400"/>
            <a:ext cx="834140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数字来自实际项目；存储降是因为下游不需要原始影像。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升级路线：V5 → V6 → V6.5 → V7</a:t>
            </a:r>
          </a:p>
        </p:txBody>
      </p:sp>
      <p:pic>
        <p:nvPicPr>
          <p:cNvPr id="3" name="Picture 2" descr="07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21" y="914400"/>
            <a:ext cx="91066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V5 已验证，V6 在训，V6.5 已设计，V7 长期目标。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276"/>
                </a:solidFill>
                <a:latin typeface="Arial"/>
              </a:defRPr>
            </a:pPr>
            <a:r>
              <a:t>够轻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234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64 字节 / km²，23 TB 压到 16 MB，任何设备离线可用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276"/>
                </a:solidFill>
                <a:latin typeface="Arial"/>
              </a:defRPr>
            </a:pPr>
            <a:r>
              <a:t>够敏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月度级时序敏感，变化检测 BA 79.8%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276"/>
                </a:solidFill>
                <a:latin typeface="Arial"/>
              </a:defRPr>
            </a:pPr>
            <a:r>
              <a:t>够全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模型 + 平台 + 5 大任务 + 交互训练 + AI 智能体，一整套产品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276"/>
                </a:solidFill>
                <a:latin typeface="Arial"/>
              </a:defRPr>
            </a:pPr>
            <a:r>
              <a:t>够诚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526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从零自研，优势不夸大，短板不回避，路线清晰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有问题随时打断。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